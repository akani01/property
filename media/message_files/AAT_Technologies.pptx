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5" r:id="rId4"/>
    <p:sldId id="257" r:id="rId5"/>
    <p:sldId id="266" r:id="rId6"/>
    <p:sldId id="259" r:id="rId7"/>
    <p:sldId id="267" r:id="rId8"/>
    <p:sldId id="260" r:id="rId9"/>
    <p:sldId id="261" r:id="rId10"/>
    <p:sldId id="264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660"/>
  </p:normalViewPr>
  <p:slideViewPr>
    <p:cSldViewPr snapToGrid="0">
      <p:cViewPr>
        <p:scale>
          <a:sx n="76" d="100"/>
          <a:sy n="76" d="100"/>
        </p:scale>
        <p:origin x="-5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 Distribution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Homes</c:v>
                </c:pt>
                <c:pt idx="1">
                  <c:v>Schools</c:v>
                </c:pt>
                <c:pt idx="2">
                  <c:v>Small Businesses</c:v>
                </c:pt>
                <c:pt idx="3">
                  <c:v>Enterprises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A-4AE2-AE83-80FE0B32D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Improvement (%)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High School</c:v>
                </c:pt>
                <c:pt idx="2">
                  <c:v>Secondary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65</c:v>
                </c:pt>
                <c:pt idx="2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EF-4A95-9E9A-29735C699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Achievement (%)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School Coverage</c:v>
                </c:pt>
                <c:pt idx="1">
                  <c:v>Network Reliability</c:v>
                </c:pt>
                <c:pt idx="2">
                  <c:v>Customer Satisfaction</c:v>
                </c:pt>
                <c:pt idx="3">
                  <c:v>Business Growth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95</c:v>
                </c:pt>
                <c:pt idx="2">
                  <c:v>90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3-41A5-9322-D5B87AFAD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Achievement (%)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School Coverage</c:v>
                </c:pt>
                <c:pt idx="1">
                  <c:v>Network Reliability</c:v>
                </c:pt>
                <c:pt idx="2">
                  <c:v>Customer Satisfaction</c:v>
                </c:pt>
                <c:pt idx="3">
                  <c:v>Business Growth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95</c:v>
                </c:pt>
                <c:pt idx="2">
                  <c:v>90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8B-4CD8-8A30-0ECBDC1F6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AAT Technologies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Software Company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942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r>
              <a:rPr lang="en-US" b="1" dirty="0" smtClean="0"/>
              <a:t>(</a:t>
            </a:r>
            <a:r>
              <a:rPr lang="en-US" dirty="0"/>
              <a:t>Who We Are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Absolute All Technologies is a technology-driven company specializing in reliable and secure Wi-Fi solutions.</a:t>
            </a:r>
          </a:p>
          <a:p>
            <a:r>
              <a:rPr lang="en-US" dirty="0"/>
              <a:t>We serve homes, small businesses, schools, and large enterprises.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6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834" y="1077115"/>
            <a:ext cx="8911687" cy="1280890"/>
          </a:xfrm>
        </p:spPr>
        <p:txBody>
          <a:bodyPr/>
          <a:lstStyle/>
          <a:p>
            <a:r>
              <a:rPr lang="en-US" dirty="0"/>
              <a:t>Client Distribution by Sector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89213" y="2133600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6905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are </a:t>
            </a:r>
            <a:r>
              <a:rPr lang="en-US" b="1" dirty="0"/>
              <a:t>Absolute All Technologies</a:t>
            </a:r>
            <a:r>
              <a:rPr lang="en-US" dirty="0"/>
              <a:t>, your dedicated partner in seamless digital connectivity.</a:t>
            </a:r>
          </a:p>
          <a:p>
            <a:r>
              <a:rPr lang="en-US" dirty="0"/>
              <a:t>We specialize in tailored </a:t>
            </a:r>
            <a:r>
              <a:rPr lang="en-US" dirty="0" err="1"/>
              <a:t>WiFi</a:t>
            </a:r>
            <a:r>
              <a:rPr lang="en-US" dirty="0"/>
              <a:t> solutions for </a:t>
            </a:r>
            <a:r>
              <a:rPr lang="en-US" b="1" dirty="0"/>
              <a:t>Homes, Small Businesses, and Large Enterprises</a:t>
            </a:r>
            <a:r>
              <a:rPr lang="en-US" dirty="0"/>
              <a:t>.</a:t>
            </a:r>
          </a:p>
          <a:p>
            <a:r>
              <a:rPr lang="en-US" dirty="0"/>
              <a:t>Our mission is to build robust, intelligent networks that are as reliable as they are fast.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 Three simple, clean icons (House, Building, Skyscraper) in a monochrome color (e.g., charcoal grey) aligned horizontally.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3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Wi-Fi on Student Performance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89213" y="2133600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106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Services – A Structured Ecosystem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 Our Service Architecture</a:t>
            </a:r>
            <a:br>
              <a:rPr lang="en-US" dirty="0"/>
            </a:br>
            <a:r>
              <a:rPr lang="en-US" b="1" dirty="0"/>
              <a:t>Content:</a:t>
            </a:r>
            <a:r>
              <a:rPr lang="en-US" dirty="0"/>
              <a:t> A tiered, structured approach to meet every need.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 A </a:t>
            </a:r>
            <a:r>
              <a:rPr lang="en-US" b="1" dirty="0"/>
              <a:t>Pyramid Diagram</a:t>
            </a:r>
            <a:r>
              <a:rPr lang="en-US" dirty="0"/>
              <a:t> (clean lines, no fill, just outlines).</a:t>
            </a:r>
          </a:p>
          <a:p>
            <a:r>
              <a:rPr lang="en-US" b="1" dirty="0"/>
              <a:t>Base (Wide): Home </a:t>
            </a:r>
            <a:r>
              <a:rPr lang="en-US" b="1" dirty="0" err="1"/>
              <a:t>WiFi</a:t>
            </a:r>
            <a:r>
              <a:rPr lang="en-US" b="1" dirty="0"/>
              <a:t>:</a:t>
            </a:r>
            <a:r>
              <a:rPr lang="en-US" dirty="0"/>
              <a:t> Whole-home coverage, parental controls, gamer setups.</a:t>
            </a:r>
          </a:p>
          <a:p>
            <a:r>
              <a:rPr lang="en-US" b="1" dirty="0"/>
              <a:t>Middle: Small Business:</a:t>
            </a:r>
            <a:r>
              <a:rPr lang="en-US" dirty="0"/>
              <a:t> Secure, scalable networks with guest access and point-of-sale support.</a:t>
            </a:r>
          </a:p>
          <a:p>
            <a:r>
              <a:rPr lang="en-US" b="1" dirty="0"/>
              <a:t>Peak (Narrow): Enterprise Solutions:</a:t>
            </a:r>
            <a:r>
              <a:rPr lang="en-US" dirty="0"/>
              <a:t> Campus-wide coverage, advanced security, cloud management, 24/7 dedicated support.</a:t>
            </a:r>
            <a:br>
              <a:rPr lang="en-US" dirty="0"/>
            </a:br>
            <a:r>
              <a:rPr lang="en-US" b="1" dirty="0"/>
              <a:t>Text at bottom:</a:t>
            </a:r>
            <a:r>
              <a:rPr lang="en-US" dirty="0"/>
              <a:t> </a:t>
            </a:r>
            <a:r>
              <a:rPr lang="en-US" i="1" dirty="0"/>
              <a:t>Each tier built on the same foundation of </a:t>
            </a:r>
            <a:r>
              <a:rPr lang="en-US" i="1" dirty="0" smtClean="0"/>
              <a:t>excellence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Performance Targets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239722"/>
              </p:ext>
            </p:extLst>
          </p:nvPr>
        </p:nvGraphicFramePr>
        <p:xfrm>
          <a:off x="2509700" y="1905000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770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Company Background &amp; History – Our Growth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46852"/>
            <a:ext cx="8915400" cy="377762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Title</a:t>
            </a:r>
            <a:r>
              <a:rPr lang="en-US" b="1" dirty="0"/>
              <a:t>:</a:t>
            </a:r>
            <a:r>
              <a:rPr lang="en-US" dirty="0"/>
              <a:t> 3 Years of Building Foundations</a:t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Founded on expertise in </a:t>
            </a:r>
            <a:r>
              <a:rPr lang="en-US" b="1" dirty="0"/>
              <a:t>web development, custom software, and hardware engineering</a:t>
            </a:r>
            <a:r>
              <a:rPr lang="en-US" dirty="0"/>
              <a:t>.</a:t>
            </a:r>
          </a:p>
          <a:p>
            <a:r>
              <a:rPr lang="en-US" dirty="0"/>
              <a:t>This unique blend allows us to understand networks from the device to the cloud.</a:t>
            </a:r>
            <a:br>
              <a:rPr lang="en-US" dirty="0"/>
            </a:br>
            <a:r>
              <a:rPr lang="en-US" b="1" dirty="0"/>
              <a:t>Visual: A Timeline Graph (bare, sketched style) showing key milestones:</a:t>
            </a:r>
            <a:endParaRPr lang="en-US" dirty="0"/>
          </a:p>
          <a:p>
            <a:pPr lvl="1"/>
            <a:r>
              <a:rPr lang="en-US" b="1" dirty="0"/>
              <a:t>Year 1:</a:t>
            </a:r>
            <a:r>
              <a:rPr lang="en-US" dirty="0"/>
              <a:t> Company Founded. Core software/hardware team established.</a:t>
            </a:r>
          </a:p>
          <a:p>
            <a:pPr lvl="1"/>
            <a:r>
              <a:rPr lang="en-US" b="1" dirty="0"/>
              <a:t>Year 2:</a:t>
            </a:r>
            <a:r>
              <a:rPr lang="en-US" dirty="0"/>
              <a:t> Launched </a:t>
            </a:r>
            <a:r>
              <a:rPr lang="en-US" dirty="0" err="1"/>
              <a:t>WiFi</a:t>
            </a:r>
            <a:r>
              <a:rPr lang="en-US" dirty="0"/>
              <a:t> division. First 50 clients </a:t>
            </a:r>
            <a:r>
              <a:rPr lang="en-US" dirty="0" err="1"/>
              <a:t>onboarded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Year 3:</a:t>
            </a:r>
            <a:r>
              <a:rPr lang="en-US" dirty="0"/>
              <a:t> Served 300+ clients. Enterprise solutions launched.</a:t>
            </a:r>
          </a:p>
          <a:p>
            <a:r>
              <a:rPr lang="en-US" dirty="0"/>
              <a:t>A simple, upward-trending </a:t>
            </a:r>
            <a:r>
              <a:rPr lang="en-US" b="1" dirty="0"/>
              <a:t>bar chart</a:t>
            </a:r>
            <a:r>
              <a:rPr lang="en-US" dirty="0"/>
              <a:t> next to it shows "Client Growth" with clean, empty bars and a solid line for the trend.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3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WiFi</a:t>
            </a:r>
            <a:r>
              <a:rPr lang="en-US" b="1" dirty="0"/>
              <a:t> for Students? – The Critical Need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Education is no longer confined to textbooks. Students need access to:</a:t>
            </a:r>
          </a:p>
          <a:p>
            <a:r>
              <a:rPr lang="en-US" dirty="0"/>
              <a:t>Online learning platforms &amp; digital textbooks</a:t>
            </a:r>
          </a:p>
          <a:p>
            <a:r>
              <a:rPr lang="en-US" dirty="0"/>
              <a:t>Collaborative tools (Google Classroom, Teams)</a:t>
            </a:r>
          </a:p>
          <a:p>
            <a:r>
              <a:rPr lang="en-US" dirty="0"/>
              <a:t>Research databases and video resources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 A </a:t>
            </a:r>
            <a:r>
              <a:rPr lang="en-US" b="1" dirty="0"/>
              <a:t>Venn Diagram</a:t>
            </a:r>
            <a:r>
              <a:rPr lang="en-US" dirty="0"/>
              <a:t> (three overlapping circles, outline only).</a:t>
            </a:r>
          </a:p>
          <a:p>
            <a:r>
              <a:rPr lang="en-US" dirty="0"/>
              <a:t>Circle 1: </a:t>
            </a:r>
            <a:r>
              <a:rPr lang="en-US" b="1" dirty="0"/>
              <a:t>Access</a:t>
            </a:r>
            <a:endParaRPr lang="en-US" dirty="0"/>
          </a:p>
          <a:p>
            <a:r>
              <a:rPr lang="en-US" dirty="0"/>
              <a:t>Circle 2: </a:t>
            </a:r>
            <a:r>
              <a:rPr lang="en-US" b="1" dirty="0"/>
              <a:t>Collaboration</a:t>
            </a:r>
            <a:endParaRPr lang="en-US" dirty="0"/>
          </a:p>
          <a:p>
            <a:r>
              <a:rPr lang="en-US" dirty="0"/>
              <a:t>Circle 3: </a:t>
            </a:r>
            <a:r>
              <a:rPr lang="en-US" b="1" dirty="0"/>
              <a:t>Resources</a:t>
            </a:r>
            <a:endParaRPr lang="en-US" dirty="0"/>
          </a:p>
          <a:p>
            <a:r>
              <a:rPr lang="en-US" dirty="0"/>
              <a:t>Center overlap: </a:t>
            </a:r>
            <a:r>
              <a:rPr lang="en-US" b="1" dirty="0"/>
              <a:t>Student Success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020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Performance Targets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89213" y="2133600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5851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6: Benefits for Schools – Measurable Impact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 Transforming Educational Institutions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For Primary:</a:t>
            </a:r>
            <a:r>
              <a:rPr lang="en-US" dirty="0"/>
              <a:t> Safe, filtered access. Enables interactive learning apps.</a:t>
            </a:r>
          </a:p>
          <a:p>
            <a:r>
              <a:rPr lang="en-US" b="1" dirty="0"/>
              <a:t>For Secondary:</a:t>
            </a:r>
            <a:r>
              <a:rPr lang="en-US" dirty="0"/>
              <a:t> Supports bandwidth-intensive STEM programs, virtual labs.</a:t>
            </a:r>
          </a:p>
          <a:p>
            <a:r>
              <a:rPr lang="en-US" b="1" dirty="0"/>
              <a:t>For High Schools:</a:t>
            </a:r>
            <a:r>
              <a:rPr lang="en-US" dirty="0"/>
              <a:t> Prepares students for tech-driven universities/careers.</a:t>
            </a:r>
            <a:br>
              <a:rPr lang="en-US" dirty="0"/>
            </a:br>
            <a:r>
              <a:rPr lang="en-US" b="1" dirty="0"/>
              <a:t>Visual: A simple Before/After Table (grid lines only, no shading).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| </a:t>
            </a:r>
            <a:r>
              <a:rPr lang="en-US" b="1" dirty="0"/>
              <a:t>Metric</a:t>
            </a:r>
            <a:r>
              <a:rPr lang="en-US" dirty="0"/>
              <a:t> | </a:t>
            </a:r>
            <a:r>
              <a:rPr lang="en-US" b="1" dirty="0"/>
              <a:t>Before AAT</a:t>
            </a:r>
            <a:r>
              <a:rPr lang="en-US" dirty="0"/>
              <a:t> | </a:t>
            </a:r>
            <a:r>
              <a:rPr lang="en-US" b="1" dirty="0"/>
              <a:t>After AAT</a:t>
            </a:r>
            <a:r>
              <a:rPr lang="en-US" dirty="0"/>
              <a:t> |</a:t>
            </a:r>
            <a:br>
              <a:rPr lang="en-US" dirty="0"/>
            </a:br>
            <a:r>
              <a:rPr lang="en-US" dirty="0"/>
              <a:t>| :--- | :--- | :--- |</a:t>
            </a:r>
            <a:br>
              <a:rPr lang="en-US" dirty="0"/>
            </a:br>
            <a:r>
              <a:rPr lang="en-US" dirty="0"/>
              <a:t>| </a:t>
            </a:r>
            <a:r>
              <a:rPr lang="en-US" b="1" dirty="0"/>
              <a:t>Network Reliability</a:t>
            </a:r>
            <a:r>
              <a:rPr lang="en-US" dirty="0"/>
              <a:t> | Intermittent | 99.9% Uptime |</a:t>
            </a:r>
            <a:br>
              <a:rPr lang="en-US" dirty="0"/>
            </a:br>
            <a:r>
              <a:rPr lang="en-US" dirty="0"/>
              <a:t>| </a:t>
            </a:r>
            <a:r>
              <a:rPr lang="en-US" b="1" dirty="0"/>
              <a:t>IT Support Tickets</a:t>
            </a:r>
            <a:r>
              <a:rPr lang="en-US" dirty="0"/>
              <a:t> | High | Reduced by 70% |</a:t>
            </a:r>
            <a:br>
              <a:rPr lang="en-US" dirty="0"/>
            </a:br>
            <a:r>
              <a:rPr lang="en-US" dirty="0"/>
              <a:t>| </a:t>
            </a:r>
            <a:r>
              <a:rPr lang="en-US" b="1" dirty="0"/>
              <a:t>Student/Device Capacity</a:t>
            </a:r>
            <a:r>
              <a:rPr lang="en-US" dirty="0"/>
              <a:t> | Limited | Scalable &amp; Robust |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2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Slide 7: Our Pricing Structure – Transparent &amp; Scalable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 Clear, Predictable Investment</a:t>
            </a:r>
            <a:br>
              <a:rPr lang="en-US" dirty="0"/>
            </a:br>
            <a:r>
              <a:rPr lang="en-US" b="1" dirty="0"/>
              <a:t>Visual:</a:t>
            </a:r>
            <a:r>
              <a:rPr lang="en-US" dirty="0"/>
              <a:t> A </a:t>
            </a:r>
            <a:r>
              <a:rPr lang="en-US" b="1" dirty="0"/>
              <a:t>Tiered Pricing Card Layout</a:t>
            </a:r>
            <a:r>
              <a:rPr lang="en-US" dirty="0"/>
              <a:t> (three cards, outlined boxes).</a:t>
            </a:r>
          </a:p>
          <a:p>
            <a:r>
              <a:rPr lang="en-US" b="1" dirty="0"/>
              <a:t>Home/SOHO Package:</a:t>
            </a:r>
            <a:r>
              <a:rPr lang="en-US" dirty="0"/>
              <a:t> [Starting at $X/month] - Installation, 1 router, basic support.</a:t>
            </a:r>
          </a:p>
          <a:p>
            <a:r>
              <a:rPr lang="en-US" b="1" dirty="0"/>
              <a:t>School/Business Standard:</a:t>
            </a:r>
            <a:r>
              <a:rPr lang="en-US" dirty="0"/>
              <a:t> [Custom Quote] - Site survey, multiple APs, advanced security, managed support.</a:t>
            </a:r>
          </a:p>
          <a:p>
            <a:r>
              <a:rPr lang="en-US" b="1" dirty="0"/>
              <a:t>Enterprise/ District-Wide:</a:t>
            </a:r>
            <a:r>
              <a:rPr lang="en-US" dirty="0"/>
              <a:t> [Custom Quote] - Full design, deployment, monitoring, dedicated account manager.</a:t>
            </a:r>
            <a:br>
              <a:rPr lang="en-US" dirty="0"/>
            </a:br>
            <a:r>
              <a:rPr lang="en-US" i="1" dirty="0"/>
              <a:t>All quotes include a detailed structural plan.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4743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</TotalTime>
  <Words>729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AAT Technologies</vt:lpstr>
      <vt:lpstr>Introduction (Who We Are)</vt:lpstr>
      <vt:lpstr>Client Distribution by Sector</vt:lpstr>
      <vt:lpstr>Our Services</vt:lpstr>
      <vt:lpstr>Impact of Wi-Fi on Student Performance</vt:lpstr>
      <vt:lpstr>Our Services – A Structured Ecosystem </vt:lpstr>
      <vt:lpstr>Business Performance Targets</vt:lpstr>
      <vt:lpstr>Company Background &amp; History – Our Growth </vt:lpstr>
      <vt:lpstr>Why WiFi for Students? – The Critical Need  </vt:lpstr>
      <vt:lpstr>Business Performance Targets</vt:lpstr>
      <vt:lpstr>Slide 6: Benefits for Schools – Measurable Impact </vt:lpstr>
      <vt:lpstr>Slide 7: Our Pricing Structure – Transparent &amp; Scalable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 Technologies</dc:title>
  <dc:creator>pro-musa</dc:creator>
  <cp:lastModifiedBy>pro-musa</cp:lastModifiedBy>
  <cp:revision>7</cp:revision>
  <dcterms:created xsi:type="dcterms:W3CDTF">2026-01-02T14:15:52Z</dcterms:created>
  <dcterms:modified xsi:type="dcterms:W3CDTF">2026-01-02T14:19:09Z</dcterms:modified>
</cp:coreProperties>
</file>